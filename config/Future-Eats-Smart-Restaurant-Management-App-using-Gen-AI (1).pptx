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Barlow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Barlow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Barlow-italic.fntdata"/><Relationship Id="rId23" Type="http://schemas.openxmlformats.org/officeDocument/2006/relationships/font" Target="fonts/Barlow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Barlow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f52d301d1_2_0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f52d301d1_2_0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" name="Google Shape;9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chefgames-ncxwkz6xxeyzfx7wgzunqy.streamlit.app/" TargetMode="External"/><Relationship Id="rId5" Type="http://schemas.openxmlformats.org/officeDocument/2006/relationships/hyperlink" Target="https://idai11000260prakharmanager-train-khsp5pc3z88moxifvh4fmx.streamlit.app/" TargetMode="External"/><Relationship Id="rId6" Type="http://schemas.openxmlformats.org/officeDocument/2006/relationships/hyperlink" Target="https://chefgames-jgrne4mt8xfs69yfi87s2u.streamlit.app/" TargetMode="External"/><Relationship Id="rId7" Type="http://schemas.openxmlformats.org/officeDocument/2006/relationships/hyperlink" Target="https://cap-test-araangwkcnafde6jifusoc.streamlit.app/" TargetMode="External"/><Relationship Id="rId8" Type="http://schemas.openxmlformats.org/officeDocument/2006/relationships/hyperlink" Target="https://github.com/pra123134/IDAI1_1000260_prakhar_capstone_final-120108.gi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/>
          <p:nvPr/>
        </p:nvSpPr>
        <p:spPr>
          <a:xfrm>
            <a:off x="758309" y="1650921"/>
            <a:ext cx="7627382" cy="2138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Future Eats: Smart Restaurant Management App using Gen AI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758309" y="4113967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CRS Name: Artificial Intelligence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758309" y="4704398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Name: Prakhar Sharma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758309" y="5294828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Data: 22/04/25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758309" y="5885259"/>
            <a:ext cx="762738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FutureEats optimizes dining workflows, enhances user experiences, and promotes sustainability.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758309" y="2777966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Introduction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758309" y="3923943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FutureEats: A smart platform using Generative AI and ML.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758309" y="4514374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Optimizes dining, enhances user experiences and promotes sustainability.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758309" y="5104805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Automation in restaurants and demand for personalized options inspired this project.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6244709" y="2788920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Problem Statement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244709" y="3826550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Long wait times impact customer satisfaction.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244709" y="4248983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Inconsistent service and manual order errors.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244709" y="4671417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Inefficient demand prediction and inventory.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244709" y="5093851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Traditional systems lack smart automation.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758309" y="2788920"/>
            <a:ext cx="6572369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Research and Background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758309" y="3826550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User research: interviews and surveys.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58309" y="4324827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Trends: Personalization, health, and sustainability.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58309" y="4823104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Focus: AI automation and engaging interfaces.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0012" y="674014"/>
            <a:ext cx="6606713" cy="6900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758309" y="2187535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Methodology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58309" y="3333512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1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Development Process: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58309" y="3923943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Defined core features based on user needs.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58309" y="4514374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Designed UI with Streamlit.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58309" y="5104805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Integrated AI models &amp; multimodal input.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758309" y="5695236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Feedback loop with a 31-day curated menu.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524" y="0"/>
            <a:ext cx="5486876" cy="819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758309" y="535543"/>
            <a:ext cx="7140773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0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Features and Functionalities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58309" y="1482864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AI Recipe &amp; Menu Generator: Tailored recipes from inputs.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58309" y="1975426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Training Modules: Onboarding for chefs and managers.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58309" y="2467988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Gamification System: Recipe challenges &amp; leaderboards.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58309" y="2960550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Multimodal Input Processing: Text, images, documents.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Leftover Ingredient Management: AI reuse ideas.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Event Planning: AI uses customers preferences for event planning.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https://chefgames-ncxwkz6xxeyzfx7wgzunqy.streamlit.app/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https://idai11000260prakharmanager-train-khsp5pc3z88moxifvh4fmx.streamlit.app/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https://chefgames-jgrne4mt8xfs69yfi87s2u.streamlit.app/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https://cap-test-araangwkcnafde6jifusoc.streamlit.app/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https://github.com/pra123134/IDAI1_1000260_prakhar_capstone_final-120108.git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758309" y="715328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Future Improvements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758309" y="5795129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Generative Promotions: Smart offers and campaigns.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758309" y="6269117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Inventory Optimization: Predictive alerts.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758309" y="1912025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Advanced Analytics Dashboards: User behavior insights.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758309" y="2325053"/>
            <a:ext cx="76273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Event Planning Assistant: Chatbot-led customization.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ERM(Enterprise Resource Management) System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Pos(Point of Sales)system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Sales &amp; Feedback Analytics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Link with voice assistants like Alexa or Google Home. </a:t>
            </a:r>
            <a:endParaRPr b="0" i="0" sz="18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Offer multilingual support using AI. </a:t>
            </a:r>
            <a:endParaRPr b="0" i="0" sz="18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Track health and calories by analyzing dish images. </a:t>
            </a:r>
            <a:endParaRPr b="0" i="0" sz="1800" u="none" cap="none" strike="noStrik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Collaborate with delivery platforms for smart pricing.</a:t>
            </a:r>
            <a:endParaRPr/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700" u="none" cap="none" strike="noStrike">
              <a:solidFill>
                <a:srgbClr val="EEEFF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Visual Menu: AI search based on diet or images</a:t>
            </a:r>
            <a:endParaRPr/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700" u="none" cap="none" strike="noStrike">
              <a:solidFill>
                <a:srgbClr val="EEEFF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700" u="none" cap="none" strike="noStrike">
              <a:solidFill>
                <a:srgbClr val="EEEFF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700" u="none" cap="none" strike="noStrike">
              <a:solidFill>
                <a:srgbClr val="EEEFF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495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609600" y="259080"/>
            <a:ext cx="722376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UI for wireframes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5969" r="4492" t="2449"/>
          <a:stretch/>
        </p:blipFill>
        <p:spPr>
          <a:xfrm>
            <a:off x="320041" y="1166009"/>
            <a:ext cx="6355080" cy="653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1" y="1166009"/>
            <a:ext cx="7787639" cy="6530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9072"/>
            <a:ext cx="7168444" cy="6598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 rotWithShape="1">
          <a:blip r:embed="rId4">
            <a:alphaModFix/>
          </a:blip>
          <a:srcRect b="4064" l="0" r="0" t="0"/>
          <a:stretch/>
        </p:blipFill>
        <p:spPr>
          <a:xfrm>
            <a:off x="7330439" y="839072"/>
            <a:ext cx="7299961" cy="6598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1240" y="424144"/>
            <a:ext cx="9906000" cy="75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0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/>
          <p:nvPr/>
        </p:nvSpPr>
        <p:spPr>
          <a:xfrm>
            <a:off x="758309" y="3931801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Challenges Faced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758309" y="5075693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Recipe diversity: no legible curated dataset</a:t>
            </a:r>
            <a:endParaRPr/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Got Less time to get more data about everything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758309" y="5853588"/>
            <a:ext cx="13113782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Char char="•"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Error 429 Quotes : When API calling goes beyond limit to call API key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081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/>
          <p:nvPr/>
        </p:nvSpPr>
        <p:spPr>
          <a:xfrm>
            <a:off x="758309" y="4603313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9998FF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9998FF"/>
                </a:solidFill>
                <a:latin typeface="Barlow"/>
                <a:ea typeface="Barlow"/>
                <a:cs typeface="Barlow"/>
                <a:sym typeface="Barlow"/>
              </a:rPr>
              <a:t>Conclusion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758309" y="5640943"/>
            <a:ext cx="13113782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EEFF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EEEFF5"/>
                </a:solidFill>
                <a:latin typeface="Montserrat"/>
                <a:ea typeface="Montserrat"/>
                <a:cs typeface="Montserrat"/>
                <a:sym typeface="Montserrat"/>
              </a:rPr>
              <a:t> FutureEats revolutionizes restaurant management through AI. Enhanced efficiency, reduced waste, and elevated user engagement. Blending culinary creativity with AI, we're reshaping the dining experience.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